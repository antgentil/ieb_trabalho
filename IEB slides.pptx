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0F50C-D411-4012-AA4A-ACDCF8ED8FEE}" v="145" dt="2022-12-28T19:20:38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AE59D-0D41-4551-AE8E-D250469D21B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3FA49-8ACF-4648-995B-5FF841291D1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8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Jesus</a:t>
            </a:r>
            <a:endParaRPr lang="pt-PT" noProof="0" dirty="0"/>
          </a:p>
          <a:p>
            <a:endParaRPr lang="pt-PT" noProof="0" dirty="0"/>
          </a:p>
          <a:p>
            <a:r>
              <a:rPr lang="pt-PT" noProof="0" dirty="0"/>
              <a:t>Bom dia, somos o grupo 3, e vamos apresentar o trabalho que desenvolvemos na segunda fase do projeto de DAW: Battleships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3FA49-8ACF-4648-995B-5FF841291D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80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54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2717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10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424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779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542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476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033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854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183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640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4020D26-0BE8-47A5-A38F-E1CEEBDC8960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C36BD6-E8BA-49FD-88A2-2BE608F7C1A4}" type="slidenum">
              <a:rPr lang="pt-PT" smtClean="0"/>
              <a:t>‹nº›</a:t>
            </a:fld>
            <a:endParaRPr lang="pt-P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83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7DCD-9768-2856-37E7-15E3D3DF7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150809"/>
            <a:ext cx="10058400" cy="1449535"/>
          </a:xfrm>
        </p:spPr>
        <p:txBody>
          <a:bodyPr>
            <a:normAutofit/>
          </a:bodyPr>
          <a:lstStyle/>
          <a:p>
            <a:r>
              <a:rPr lang="pt-PT" noProof="0" dirty="0"/>
              <a:t>População e Emprego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6B482-4F11-7742-4FE3-38B8B712C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7363" y="3097711"/>
            <a:ext cx="9481459" cy="3057437"/>
          </a:xfrm>
        </p:spPr>
        <p:txBody>
          <a:bodyPr>
            <a:normAutofit fontScale="92500" lnSpcReduction="10000"/>
          </a:bodyPr>
          <a:lstStyle/>
          <a:p>
            <a:endParaRPr lang="pt-PT" noProof="0" dirty="0">
              <a:solidFill>
                <a:schemeClr val="tx1"/>
              </a:solidFill>
            </a:endParaRPr>
          </a:p>
          <a:p>
            <a:endParaRPr lang="pt-PT" noProof="0" dirty="0">
              <a:solidFill>
                <a:schemeClr val="tx1"/>
              </a:solidFill>
            </a:endParaRPr>
          </a:p>
          <a:p>
            <a:r>
              <a:rPr lang="pt-PT" noProof="0" dirty="0">
                <a:solidFill>
                  <a:schemeClr val="tx1"/>
                </a:solidFill>
              </a:rPr>
              <a:t>GRUPO 06</a:t>
            </a:r>
          </a:p>
          <a:p>
            <a:r>
              <a:rPr lang="pt-PT" noProof="0" dirty="0">
                <a:solidFill>
                  <a:schemeClr val="tx1"/>
                </a:solidFill>
              </a:rPr>
              <a:t>51726 Marta Pires</a:t>
            </a:r>
            <a:endParaRPr lang="pt-PT" strike="sngStrike" noProof="0" dirty="0">
              <a:solidFill>
                <a:schemeClr val="tx1"/>
              </a:solidFill>
            </a:endParaRPr>
          </a:p>
          <a:p>
            <a:r>
              <a:rPr lang="pt-PT" noProof="0" dirty="0">
                <a:solidFill>
                  <a:schemeClr val="tx1"/>
                </a:solidFill>
              </a:rPr>
              <a:t>48668 Daiana </a:t>
            </a:r>
            <a:r>
              <a:rPr lang="pt-PT" noProof="0" dirty="0" err="1">
                <a:solidFill>
                  <a:schemeClr val="tx1"/>
                </a:solidFill>
              </a:rPr>
              <a:t>Lupaiescu</a:t>
            </a:r>
            <a:endParaRPr lang="pt-PT" noProof="0" dirty="0">
              <a:solidFill>
                <a:schemeClr val="tx1"/>
              </a:solidFill>
            </a:endParaRPr>
          </a:p>
          <a:p>
            <a:r>
              <a:rPr lang="pt-PT" noProof="0" dirty="0">
                <a:solidFill>
                  <a:schemeClr val="tx1"/>
                </a:solidFill>
              </a:rPr>
              <a:t>49454 Eduardo Tavares</a:t>
            </a:r>
          </a:p>
          <a:p>
            <a:r>
              <a:rPr lang="pt-PT" dirty="0">
                <a:solidFill>
                  <a:schemeClr val="tx1"/>
                </a:solidFill>
              </a:rPr>
              <a:t>42146 António </a:t>
            </a:r>
            <a:r>
              <a:rPr lang="pt-PT" dirty="0" err="1">
                <a:solidFill>
                  <a:schemeClr val="tx1"/>
                </a:solidFill>
              </a:rPr>
              <a:t>pimentel</a:t>
            </a:r>
            <a:endParaRPr lang="pt-PT" noProof="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AD20B-E7C6-5F53-124C-BFD17022A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5" r="14755"/>
          <a:stretch/>
        </p:blipFill>
        <p:spPr>
          <a:xfrm>
            <a:off x="413657" y="163286"/>
            <a:ext cx="3128410" cy="2068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351728-BC4D-D5AF-8428-D32BA0995CD5}"/>
              </a:ext>
            </a:extLst>
          </p:cNvPr>
          <p:cNvSpPr txBox="1"/>
          <p:nvPr/>
        </p:nvSpPr>
        <p:spPr>
          <a:xfrm>
            <a:off x="10324447" y="5801071"/>
            <a:ext cx="16015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dirty="0">
                <a:latin typeface="+mj-lt"/>
              </a:rPr>
              <a:t>17</a:t>
            </a:r>
            <a:r>
              <a:rPr lang="pt-PT" sz="2200" noProof="0" dirty="0">
                <a:solidFill>
                  <a:schemeClr val="tx1"/>
                </a:solidFill>
                <a:latin typeface="+mj-lt"/>
              </a:rPr>
              <a:t>/12/2025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19D890C-6F16-2AA1-461D-47AADBA9D427}"/>
              </a:ext>
            </a:extLst>
          </p:cNvPr>
          <p:cNvSpPr txBox="1">
            <a:spLocks/>
          </p:cNvSpPr>
          <p:nvPr/>
        </p:nvSpPr>
        <p:spPr>
          <a:xfrm>
            <a:off x="5624423" y="563730"/>
            <a:ext cx="5751150" cy="15870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PT" sz="1800" dirty="0">
                <a:latin typeface="+mn-lt"/>
              </a:rPr>
              <a:t>Introdução à Estatística Bayesiana</a:t>
            </a:r>
          </a:p>
          <a:p>
            <a:pPr algn="r"/>
            <a:r>
              <a:rPr lang="pt-PT" sz="1800" noProof="0" dirty="0">
                <a:latin typeface="+mn-lt"/>
              </a:rPr>
              <a:t>Semestre de inverno</a:t>
            </a:r>
          </a:p>
          <a:p>
            <a:pPr algn="r"/>
            <a:r>
              <a:rPr lang="pt-PT" sz="1800" noProof="0" dirty="0">
                <a:latin typeface="+mn-lt"/>
              </a:rPr>
              <a:t>2025/26</a:t>
            </a:r>
          </a:p>
          <a:p>
            <a:pPr algn="r"/>
            <a:r>
              <a:rPr lang="pt-PT" sz="1800" noProof="0" dirty="0">
                <a:latin typeface="+mn-lt"/>
              </a:rPr>
              <a:t>Professora: Paula Cristina Pires Simões</a:t>
            </a:r>
          </a:p>
        </p:txBody>
      </p:sp>
    </p:spTree>
    <p:extLst>
      <p:ext uri="{BB962C8B-B14F-4D97-AF65-F5344CB8AC3E}">
        <p14:creationId xmlns:p14="http://schemas.microsoft.com/office/powerpoint/2010/main" val="6829968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1e4fbb-325c-42bf-a8eb-43a5aa87c8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E9F3DEB99D454E9F2F142421CEBCBE" ma:contentTypeVersion="6" ma:contentTypeDescription="Create a new document." ma:contentTypeScope="" ma:versionID="58a2d4e6c6bebebc64c125db387532fc">
  <xsd:schema xmlns:xsd="http://www.w3.org/2001/XMLSchema" xmlns:xs="http://www.w3.org/2001/XMLSchema" xmlns:p="http://schemas.microsoft.com/office/2006/metadata/properties" xmlns:ns3="471e4fbb-325c-42bf-a8eb-43a5aa87c850" xmlns:ns4="ebb23a7d-a23e-455b-80cb-cd22447068b2" targetNamespace="http://schemas.microsoft.com/office/2006/metadata/properties" ma:root="true" ma:fieldsID="bf01f786fdbb9066bd27ebbccc26a2d5" ns3:_="" ns4:_="">
    <xsd:import namespace="471e4fbb-325c-42bf-a8eb-43a5aa87c850"/>
    <xsd:import namespace="ebb23a7d-a23e-455b-80cb-cd22447068b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1e4fbb-325c-42bf-a8eb-43a5aa87c8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b23a7d-a23e-455b-80cb-cd22447068b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2A96AF-4D1A-4006-BDA9-B75456C7D1B8}">
  <ds:schemaRefs>
    <ds:schemaRef ds:uri="http://schemas.microsoft.com/office/2006/documentManagement/types"/>
    <ds:schemaRef ds:uri="http://purl.org/dc/elements/1.1/"/>
    <ds:schemaRef ds:uri="ebb23a7d-a23e-455b-80cb-cd22447068b2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471e4fbb-325c-42bf-a8eb-43a5aa87c850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FC2D9E3-69A1-4FB1-BE2A-D28B58302D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9DF34E-7276-4FDA-9A01-B584E1350B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1e4fbb-325c-42bf-a8eb-43a5aa87c850"/>
    <ds:schemaRef ds:uri="ebb23a7d-a23e-455b-80cb-cd22447068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battleships-api</Template>
  <TotalTime>536</TotalTime>
  <Words>59</Words>
  <Application>Microsoft Office PowerPoint</Application>
  <PresentationFormat>Ecrã Panorâmico</PresentationFormat>
  <Paragraphs>17</Paragraphs>
  <Slides>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Retrospect</vt:lpstr>
      <vt:lpstr>População e Emprego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Battleships API</dc:title>
  <dc:creator>André Jesus</dc:creator>
  <cp:lastModifiedBy>Antonio Gentil Pimentel</cp:lastModifiedBy>
  <cp:revision>34</cp:revision>
  <dcterms:created xsi:type="dcterms:W3CDTF">2022-12-26T21:05:21Z</dcterms:created>
  <dcterms:modified xsi:type="dcterms:W3CDTF">2025-12-11T19:49:02Z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0x01010011E9F3DEB99D454E9F2F142421CEBCBE</vt:lpwstr>
  </property>
</Properties>
</file>